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Lorem ipsum dolor sit amet, consectetuer adipiscing elit. Maecenas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/>
            <a:t>Nunc </a:t>
          </a:r>
          <a:r>
            <a:rPr lang="en-US" err="1"/>
            <a:t>viverra</a:t>
          </a:r>
          <a:r>
            <a:rPr lang="en-US"/>
            <a:t> </a:t>
          </a:r>
          <a:r>
            <a:rPr lang="en-US" err="1"/>
            <a:t>imperdiet</a:t>
          </a:r>
          <a:r>
            <a:rPr lang="en-US"/>
            <a:t> </a:t>
          </a:r>
          <a:r>
            <a:rPr lang="en-US" err="1"/>
            <a:t>enim</a:t>
          </a:r>
          <a:r>
            <a:rPr lang="en-US"/>
            <a:t>. </a:t>
          </a:r>
          <a:r>
            <a:rPr lang="en-US" err="1"/>
            <a:t>Fusce</a:t>
          </a:r>
          <a:r>
            <a:rPr lang="en-US"/>
            <a:t> est. </a:t>
          </a:r>
          <a:r>
            <a:rPr lang="en-US" err="1"/>
            <a:t>Vivamus</a:t>
          </a:r>
          <a:r>
            <a:rPr lang="en-US"/>
            <a:t> a </a:t>
          </a:r>
          <a:r>
            <a:rPr lang="en-US" err="1"/>
            <a:t>tellus</a:t>
          </a:r>
          <a:r>
            <a:rPr lang="en-US"/>
            <a:t>.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err="1"/>
            <a:t>Pellentesque</a:t>
          </a:r>
          <a:r>
            <a:rPr lang="en-US"/>
            <a:t> habitant </a:t>
          </a:r>
          <a:r>
            <a:rPr lang="en-US" err="1"/>
            <a:t>morbi</a:t>
          </a:r>
          <a:r>
            <a:rPr lang="en-US"/>
            <a:t> </a:t>
          </a:r>
          <a:r>
            <a:rPr lang="en-US" err="1"/>
            <a:t>tristique</a:t>
          </a:r>
          <a:r>
            <a:rPr lang="en-US"/>
            <a:t> </a:t>
          </a:r>
          <a:r>
            <a:rPr lang="en-US" err="1"/>
            <a:t>senectus</a:t>
          </a:r>
          <a:r>
            <a:rPr lang="en-US"/>
            <a:t> et </a:t>
          </a:r>
          <a:r>
            <a:rPr lang="en-US" err="1"/>
            <a:t>netus</a:t>
          </a:r>
          <a:r>
            <a:rPr lang="en-US"/>
            <a:t> et </a:t>
          </a:r>
          <a:r>
            <a:rPr lang="en-US" err="1"/>
            <a:t>malesuada</a:t>
          </a:r>
          <a:r>
            <a:rPr lang="en-US"/>
            <a:t> fames.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Lorem ipsum dolor sit amet, consectetuer adipiscing elit. Maecenas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Nunc </a:t>
          </a:r>
          <a:r>
            <a:rPr lang="en-US" sz="2100" kern="1200" err="1"/>
            <a:t>viverra</a:t>
          </a:r>
          <a:r>
            <a:rPr lang="en-US" sz="2100" kern="1200"/>
            <a:t> </a:t>
          </a:r>
          <a:r>
            <a:rPr lang="en-US" sz="2100" kern="1200" err="1"/>
            <a:t>imperdiet</a:t>
          </a:r>
          <a:r>
            <a:rPr lang="en-US" sz="2100" kern="1200"/>
            <a:t> </a:t>
          </a:r>
          <a:r>
            <a:rPr lang="en-US" sz="2100" kern="1200" err="1"/>
            <a:t>enim</a:t>
          </a:r>
          <a:r>
            <a:rPr lang="en-US" sz="2100" kern="1200"/>
            <a:t>. </a:t>
          </a:r>
          <a:r>
            <a:rPr lang="en-US" sz="2100" kern="1200" err="1"/>
            <a:t>Fusce</a:t>
          </a:r>
          <a:r>
            <a:rPr lang="en-US" sz="2100" kern="1200"/>
            <a:t> est. </a:t>
          </a:r>
          <a:r>
            <a:rPr lang="en-US" sz="2100" kern="1200" err="1"/>
            <a:t>Vivamus</a:t>
          </a:r>
          <a:r>
            <a:rPr lang="en-US" sz="2100" kern="1200"/>
            <a:t> a </a:t>
          </a:r>
          <a:r>
            <a:rPr lang="en-US" sz="2100" kern="1200" err="1"/>
            <a:t>tellus</a:t>
          </a:r>
          <a:r>
            <a:rPr lang="en-US" sz="2100" kern="1200"/>
            <a:t>.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err="1"/>
            <a:t>Pellentesque</a:t>
          </a:r>
          <a:r>
            <a:rPr lang="en-US" sz="2100" kern="1200"/>
            <a:t> habitant </a:t>
          </a:r>
          <a:r>
            <a:rPr lang="en-US" sz="2100" kern="1200" err="1"/>
            <a:t>morbi</a:t>
          </a:r>
          <a:r>
            <a:rPr lang="en-US" sz="2100" kern="1200"/>
            <a:t> </a:t>
          </a:r>
          <a:r>
            <a:rPr lang="en-US" sz="2100" kern="1200" err="1"/>
            <a:t>tristique</a:t>
          </a:r>
          <a:r>
            <a:rPr lang="en-US" sz="2100" kern="1200"/>
            <a:t> </a:t>
          </a:r>
          <a:r>
            <a:rPr lang="en-US" sz="2100" kern="1200" err="1"/>
            <a:t>senectus</a:t>
          </a:r>
          <a:r>
            <a:rPr lang="en-US" sz="2100" kern="1200"/>
            <a:t> et </a:t>
          </a:r>
          <a:r>
            <a:rPr lang="en-US" sz="2100" kern="1200" err="1"/>
            <a:t>netus</a:t>
          </a:r>
          <a:r>
            <a:rPr lang="en-US" sz="2100" kern="1200"/>
            <a:t> et </a:t>
          </a:r>
          <a:r>
            <a:rPr lang="en-US" sz="2100" kern="1200" err="1"/>
            <a:t>malesuada</a:t>
          </a:r>
          <a:r>
            <a:rPr lang="en-US" sz="2100" kern="1200"/>
            <a:t> fames.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jp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microsoft.com/office/2017/06/relationships/model3d" Target="../media/model3d1.glb"/><Relationship Id="rId5" Type="http://schemas.openxmlformats.org/officeDocument/2006/relationships/diagramData" Target="../diagrams/data1.xml"/><Relationship Id="rId10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commons.wikimedia.org/wiki/File:2004_Ferrari_360_Spider_F1_-_Flickr_-_The_Car_Spy_(1).jpg" TargetMode="External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BY HUSSAIN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039724-4845-4C54-BE26-B449BC2B9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0000FF"/>
                </a:highlight>
              </a:rPr>
              <a:t>CAR TYPE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9C01CC-3B50-4642-A819-CF23D43C029F}"/>
              </a:ext>
            </a:extLst>
          </p:cNvPr>
          <p:cNvSpPr txBox="1"/>
          <p:nvPr/>
        </p:nvSpPr>
        <p:spPr>
          <a:xfrm>
            <a:off x="1524000" y="685800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://commons.wikimedia.org/wiki/File:2004_Ferrari_360_Spider_F1_-_Flickr_-_The_Car_Spy_(1).jp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10" tooltip="https://creativecommons.org/licenses/by-sa/3.0/"/>
              </a:rPr>
              <a:t>CC BY-SA</a:t>
            </a:r>
            <a:endParaRPr lang="en-US" sz="90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C7 track car green">
                <a:extLst>
                  <a:ext uri="{FF2B5EF4-FFF2-40B4-BE49-F238E27FC236}">
                    <a16:creationId xmlns:a16="http://schemas.microsoft.com/office/drawing/2014/main" id="{770EFD1D-163C-4682-ADB8-0DF19FB5C19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6600235"/>
                  </p:ext>
                </p:extLst>
              </p:nvPr>
            </p:nvGraphicFramePr>
            <p:xfrm>
              <a:off x="-229647" y="-423477"/>
              <a:ext cx="4123518" cy="3933055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4123518" cy="3933055"/>
                    </a:xfrm>
                    <a:prstGeom prst="rect">
                      <a:avLst/>
                    </a:prstGeom>
                  </am3d:spPr>
                  <am3d:camera>
                    <am3d:pos x="0" y="0" z="541584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7056670" d="1000000"/>
                    <am3d:preTrans dx="0" dy="-2001328" dz="885838"/>
                    <am3d:scale>
                      <am3d:sx n="1000000" d="1000000"/>
                      <am3d:sy n="1000000" d="1000000"/>
                      <am3d:sz n="1000000" d="1000000"/>
                    </am3d:scale>
                    <am3d:rot ax="2039039" ay="1717163" az="1073669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54186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C7 track car green">
                <a:extLst>
                  <a:ext uri="{FF2B5EF4-FFF2-40B4-BE49-F238E27FC236}">
                    <a16:creationId xmlns:a16="http://schemas.microsoft.com/office/drawing/2014/main" id="{770EFD1D-163C-4682-ADB8-0DF19FB5C1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229647" y="-423477"/>
                <a:ext cx="4123518" cy="39330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79 0.29676 L 0.04779 0.29676 C 0.05378 0.34352 0.04688 0.29398 0.0526 0.32708 C 0.053 0.3294 0.05313 0.33194 0.05339 0.33426 C 0.05417 0.33981 0.05417 0.33958 0.05508 0.34444 C 0.05534 0.34838 0.05534 0.35231 0.05586 0.35602 C 0.05625 0.35856 0.05716 0.36088 0.05755 0.36343 C 0.05794 0.36713 0.05794 0.37106 0.05833 0.375 C 0.05872 0.3794 0.06003 0.38565 0.06081 0.38935 C 0.06107 0.39097 0.06107 0.39259 0.06159 0.39375 C 0.06211 0.39514 0.06276 0.39653 0.06315 0.39815 C 0.06693 0.41319 0.0625 0.40116 0.06732 0.4125 C 0.06758 0.41412 0.06771 0.41551 0.0681 0.4169 C 0.06849 0.41852 0.06927 0.41991 0.06979 0.4213 C 0.07057 0.42361 0.07135 0.42616 0.07214 0.42847 C 0.07461 0.43634 0.07266 0.43218 0.07539 0.43727 C 0.07565 0.43912 0.07578 0.4412 0.0763 0.44306 C 0.07656 0.44421 0.07747 0.44491 0.07787 0.44583 C 0.07904 0.44861 0.07995 0.45185 0.08112 0.45463 C 0.08281 0.45856 0.08451 0.46227 0.08607 0.4662 C 0.08698 0.46875 0.08906 0.47454 0.0901 0.47639 C 0.09102 0.47801 0.09245 0.47894 0.09336 0.48079 C 0.09401 0.48194 0.0944 0.4838 0.09505 0.48495 C 0.0957 0.48657 0.09675 0.48773 0.0974 0.48935 C 0.10469 0.5044 0.09388 0.48449 0.10404 0.50255 C 0.10482 0.50394 0.10547 0.50556 0.10638 0.50671 L 0.11133 0.5125 C 0.11328 0.51481 0.11523 0.51713 0.11706 0.51991 C 0.11784 0.52106 0.11849 0.52292 0.11953 0.52407 C 0.1207 0.52593 0.12227 0.52708 0.12357 0.52847 C 0.12526 0.53032 0.12682 0.53241 0.12839 0.53426 C 0.1293 0.53519 0.12995 0.53657 0.13086 0.53727 L 0.13333 0.53866 C 0.13581 0.54213 0.13815 0.54583 0.14063 0.54884 C 0.14154 0.54977 0.14232 0.55069 0.1431 0.55162 C 0.14779 0.5588 0.1431 0.55417 0.14961 0.56181 C 0.15065 0.56296 0.15182 0.56366 0.15287 0.56481 C 0.15378 0.56551 0.15443 0.56667 0.15534 0.56759 C 0.15638 0.56875 0.15755 0.56944 0.15859 0.5706 C 0.15951 0.5713 0.16016 0.57269 0.16107 0.57338 C 0.16211 0.57431 0.16328 0.57431 0.16432 0.575 L 0.16914 0.58079 C 0.17005 0.58171 0.17083 0.58287 0.17162 0.58356 L 0.17813 0.58935 C 0.1793 0.59028 0.18021 0.59167 0.18138 0.59236 L 0.18464 0.59375 C 0.19128 0.59954 0.18451 0.59398 0.19453 0.59954 C 0.21667 0.61157 0.18307 0.59421 0.20182 0.60532 C 0.20313 0.60602 0.20456 0.60625 0.20586 0.60671 C 0.20677 0.60718 0.20755 0.60787 0.20833 0.60833 C 0.20964 0.6088 0.21107 0.60903 0.21237 0.60972 C 0.21328 0.60995 0.21406 0.61065 0.21484 0.61111 C 0.21589 0.61157 0.21706 0.61204 0.2181 0.6125 C 0.21979 0.61343 0.22135 0.61458 0.22305 0.61551 L 0.22787 0.61829 C 0.22878 0.61875 0.22956 0.61944 0.23034 0.61991 C 0.23385 0.6213 0.23385 0.62153 0.23763 0.62269 C 0.23958 0.62338 0.24662 0.62546 0.24831 0.62569 C 0.25977 0.62731 0.27591 0.62778 0.28659 0.62847 C 0.2918 0.62894 0.29688 0.62986 0.30208 0.62986 L 0.3901 0.63148 C 0.39206 0.63194 0.39401 0.63241 0.39583 0.63287 C 0.40638 0.63472 0.40508 0.63356 0.41458 0.63565 C 0.41849 0.63657 0.42227 0.63727 0.42604 0.63866 C 0.42852 0.63958 0.43086 0.64144 0.43333 0.64144 C 0.44753 0.64282 0.46159 0.64259 0.47578 0.64306 C 0.47852 0.64352 0.48125 0.64375 0.48385 0.64444 C 0.48477 0.64468 0.48555 0.6456 0.48633 0.64583 C 0.4888 0.64653 0.49128 0.64676 0.49375 0.64745 C 0.49531 0.64769 0.49701 0.64838 0.49857 0.64884 C 0.50417 0.65208 0.4974 0.64838 0.50755 0.65162 C 0.50846 0.65185 0.50912 0.65301 0.51003 0.65324 C 0.51328 0.65394 0.51654 0.65417 0.51979 0.65463 C 0.52435 0.65741 0.52188 0.65625 0.52956 0.65741 C 0.53281 0.6581 0.53607 0.65856 0.53932 0.65903 C 0.62292 0.69606 0.71602 0.70602 0.79779 0.65741 C 0.79831 0.65602 0.79883 0.6544 0.79948 0.65324 C 0.80065 0.65046 0.8026 0.64884 0.80352 0.64583 C 0.80612 0.63681 0.80404 0.64306 0.80755 0.63426 C 0.8082 0.63287 0.80859 0.63148 0.80925 0.62986 C 0.81003 0.62801 0.81094 0.62616 0.81172 0.62407 C 0.81224 0.62269 0.81263 0.62106 0.81328 0.61991 C 0.81406 0.61829 0.81497 0.6169 0.81576 0.61551 C 0.81628 0.61319 0.81797 0.60463 0.81901 0.60231 C 0.81992 0.60023 0.82122 0.59861 0.82227 0.59653 C 0.82682 0.57662 0.82057 0.60069 0.82721 0.58495 C 0.828 0.58287 0.82826 0.58009 0.82878 0.57778 C 0.8293 0.57593 0.82969 0.57384 0.83047 0.57199 C 0.83086 0.57083 0.83151 0.57014 0.83203 0.56898 C 0.83372 0.56528 0.83529 0.56134 0.83698 0.55741 C 0.83932 0.55185 0.83958 0.55208 0.84102 0.54583 C 0.84141 0.54444 0.84154 0.54306 0.8418 0.54167 C 0.84349 0.53472 0.84336 0.53773 0.84427 0.53148 C 0.84492 0.52755 0.84557 0.52384 0.84596 0.51991 C 0.84622 0.5169 0.84635 0.51389 0.84675 0.51111 C 0.84714 0.50856 0.84792 0.50625 0.84831 0.50394 C 0.8487 0.50208 0.84896 0.5 0.84922 0.49815 C 0.84948 0.4956 0.84974 0.49329 0.85 0.49074 C 0.85026 0.48796 0.85039 0.48495 0.85078 0.48218 C 0.85117 0.47963 0.85195 0.47731 0.85247 0.475 C 0.85273 0.46852 0.85287 0.46227 0.85326 0.45602 C 0.85339 0.45324 0.85378 0.45023 0.85404 0.44745 C 0.8543 0.44398 0.85456 0.44051 0.85495 0.43727 C 0.85456 0.39375 0.85456 0.35023 0.85404 0.30671 C 0.85404 0.30486 0.85352 0.30301 0.85326 0.30093 C 0.85234 0.29583 0.8526 0.29699 0.85078 0.29236 C 0.85039 0.28773 0.84896 0.27153 0.84831 0.26921 C 0.84583 0.25764 0.84714 0.26435 0.84427 0.24884 C 0.84401 0.24745 0.84388 0.24583 0.84349 0.24444 C 0.84297 0.24259 0.84245 0.24051 0.8418 0.23866 C 0.84102 0.23634 0.8401 0.23403 0.83945 0.23148 C 0.83906 0.23009 0.83893 0.22847 0.83854 0.22708 C 0.83789 0.22407 0.83698 0.2213 0.83607 0.21852 C 0.83581 0.21644 0.83568 0.21458 0.83529 0.21273 C 0.83438 0.20833 0.83346 0.20602 0.83203 0.20255 C 0.82995 0.1875 0.83281 0.20602 0.82956 0.19097 C 0.82917 0.18912 0.8293 0.18681 0.82878 0.18519 C 0.82787 0.18194 0.82656 0.1794 0.82552 0.17639 C 0.825 0.175 0.82435 0.17361 0.82396 0.17199 C 0.82135 0.16296 0.82331 0.16921 0.81979 0.16042 C 0.81927 0.15903 0.81888 0.15741 0.81823 0.15602 C 0.81745 0.15463 0.81641 0.15347 0.81576 0.15185 C 0.8151 0.15 0.81484 0.14769 0.81406 0.14606 C 0.81263 0.14282 0.81081 0.14028 0.80925 0.13727 C 0.80846 0.13588 0.80742 0.13472 0.80677 0.13287 L 0.80521 0.12847 C 0.80482 0.12708 0.80482 0.12546 0.8043 0.12431 C 0.80365 0.12245 0.8026 0.12153 0.80182 0.11991 C 0.80104 0.11806 0.80013 0.1162 0.79948 0.11412 C 0.79857 0.11181 0.79792 0.10903 0.79701 0.10694 C 0.79635 0.10509 0.79531 0.10417 0.79453 0.10255 C 0.79336 0.09977 0.79271 0.0963 0.79128 0.09375 C 0.79076 0.09282 0.7901 0.0919 0.78971 0.09097 C 0.78854 0.08819 0.78724 0.08542 0.78646 0.08218 C 0.78581 0.08032 0.78555 0.07801 0.78477 0.07639 C 0.78359 0.07361 0.78151 0.07222 0.78073 0.06921 C 0.77734 0.05741 0.78073 0.06782 0.77747 0.06042 C 0.77188 0.04792 0.78177 0.06736 0.77253 0.04884 C 0.77148 0.04676 0.77018 0.04514 0.76927 0.04306 C 0.7681 0.04028 0.76745 0.03681 0.76602 0.03449 C 0.76471 0.03194 0.76302 0.03009 0.76198 0.02708 C 0.76146 0.02569 0.76094 0.02407 0.76029 0.02269 C 0.75677 0.01644 0.75781 0.02037 0.75456 0.01551 C 0.75339 0.01366 0.75273 0.01065 0.7513 0.00972 C 0.74779 0.00764 0.74974 0.00856 0.74557 0.00694 C 0.74453 0.00579 0.74349 0.00509 0.74232 0.00394 C 0.74154 0.00301 0.74076 0.00185 0.73997 0.00116 C 0.73919 0.00046 0.73828 2.77556E-17 0.7375 -0.00046 C 0.73529 -0.00139 0.7332 -0.00231 0.73099 -0.00324 C 0.72852 -0.00417 0.72604 -0.00509 0.72357 -0.00625 C 0.71289 -0.01134 0.72461 -0.00741 0.7138 -0.01065 C 0.71003 -0.01319 0.70287 -0.01852 0.7 -0.01921 L 0.69427 -0.0206 C 0.68529 -0.02593 0.69297 -0.02222 0.67956 -0.025 C 0.67826 -0.02523 0.67695 -0.02616 0.67552 -0.02639 C 0.67201 -0.02708 0.66849 -0.02755 0.66497 -0.02801 C 0.65912 -0.03056 0.66315 -0.02894 0.6543 -0.03079 C 0.65208 -0.03125 0.65 -0.03171 0.64779 -0.03218 C 0.64675 -0.03264 0.6457 -0.03356 0.64453 -0.0338 C 0.64102 -0.03449 0.6375 -0.03449 0.63398 -0.03519 C 0.63203 -0.03542 0.63008 -0.03611 0.62826 -0.03657 C 0.62578 -0.03727 0.62331 -0.0375 0.62083 -0.03796 C 0.61927 -0.03843 0.61758 -0.03912 0.61602 -0.03958 C 0.61224 -0.04028 0.60833 -0.04051 0.60456 -0.04097 C 0.60352 -0.04144 0.60247 -0.04213 0.6013 -0.04236 C 0.59948 -0.04306 0.59557 -0.04375 0.59557 -0.04375 " pathEditMode="relative" ptsTypes="AAAAAAAAAAAAAAAAAAAAAAAAAAAAAAAAAAAAAAAAAAAAAAAAAAAAAAAAAAAAAAAAAAAAAAAAAAAAAAAAAAAAAAAAAAAAAAAAAAAAAAAAAAAAAAAAAAAA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 Rounded MT Bold</vt:lpstr>
      <vt:lpstr>Goudy Old Style</vt:lpstr>
      <vt:lpstr>Wingdings 2</vt:lpstr>
      <vt:lpstr>SlateVTI</vt:lpstr>
      <vt:lpstr>CAR</vt:lpstr>
      <vt:lpstr>CAR TYPE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2024-08-18T15:21:27Z</dcterms:created>
  <dcterms:modified xsi:type="dcterms:W3CDTF">2024-08-18T15:29:09Z</dcterms:modified>
</cp:coreProperties>
</file>